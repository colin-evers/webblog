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6_41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8_17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8_23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8_50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9_05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9_08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09_44-092126080005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10_12-Chart -  MNQ 40 UniRenko T40R192O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10_23-Chart -  MNQ 40 UniRenko T40R192O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8_29_05-Quad-Branch Sonar &amp; DSP Master Visualizer [GPU Accelerated] — machinery_diesel_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14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32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38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42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50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1_53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2_03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05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09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23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33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46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50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3_54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03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07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15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22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30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36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40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45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48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54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4_57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5_01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5_10-092126094902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5_39-Chart - MON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09_55_50-Chart - MON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21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29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35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43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47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51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7_53-092126123426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8_52-Chart - MNQ 12-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2_39_47-Acoustic Classification &amp; DSP Data Massaging Architecture _ Quad DSP Visualiz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61" y="822960"/>
            <a:ext cx="11804358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18_28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19_23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19_36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19_43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19_54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-09-21 19_20_01-092126191610.mp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19" y="822960"/>
            <a:ext cx="11907042" cy="5219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